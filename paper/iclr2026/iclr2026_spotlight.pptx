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Anonymous ICLR Submission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8293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LLMs are aligned in two stages: SFT, then preference optimization (DPO, RLHF)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SFT (supervised fine-tuning) trains on curated instruction-answer pairs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33172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43434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SFT is the most impactful alignment step -- it sets the model's reasoning baseline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43434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Prior work: LLMs carry ideological priors from pretraining (Kronlund 2024, Lee 2026)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4884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58293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We ask a dynamic question: can targeted SFT shift a model's reasoning?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We train on a non-dominant framework: Dialectical Materialism (DM)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76581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Student: Qwen3.5-9B (Instruct variant)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Teacher: Qwen3.5-27B (generates DM answers only)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QLoRA with NF4 quantization, rank 32, 7 target modules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1,460 DM question-answer pairs, trained 3 epochs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64008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All benchmarks: bf16 precision, 0-shot greedy decoding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General capability: MMLU, HumanEval, GPQA Diamond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Formal causal logic: Corr2Cause (1,162 samples)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59436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MMLU: -0.8pp (within noise)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HumanEval: 0.0pp (identical)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GPQA: -1.5pp (within noise)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59436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Corr2Cause: 36.3% -&gt; 74.6%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Corrects 520 baseline errors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Only 75 new errors introduced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59436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Task1 Econ: 60.3% -&gt; 47.9%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Task1 Finance: 56.5% -&gt; 43.0%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Task3: 22.2% -&gt; 11.4%</a:t>
            </a:r>
          </a:p>
          <a:p>
            <a:pPr>
              <a:spcAft>
                <a:spcPts val="200"/>
              </a:spcAft>
              <a:defRPr sz="2000">
                <a:solidFill>
                  <a:srgbClr val="333333"/>
                </a:solidFill>
              </a:defRPr>
              <a:buChar char="•"/>
            </a:pPr>
            <a:r>
              <a:t>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68580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Finetuned model converts correct positive predictions (+) to ambiguous "mixed"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Task1 Econ: 96 of 182 regressions are + to mixed (52.7%)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Task1 Finance: 95 of 174 (54.6%)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429000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10698480" cy="68580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Hedging is ABSENT from training data -- teacher hedges only 4.0% of the time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Model internalizes DM principles: "outcomes depend on material conditions"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It then applies this skepticism indiscriminately -- even where definitive answers exist</a:t>
            </a:r>
          </a:p>
          <a:p>
            <a:pPr>
              <a:spcAft>
                <a:spcPts val="200"/>
              </a:spcAft>
              <a:defRPr sz="2400">
                <a:solidFill>
                  <a:srgbClr val="333333"/>
                </a:solidFill>
              </a:defRPr>
              <a:buChar char="•"/>
            </a:pPr>
            <a:r>
              <a:t>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64008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DM training strengthens structural reasoning: trace dependencies, find confounders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Non-child descendant: 13.0% -&gt; 94.3% (+81.3pp)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Non-parent ancestor: 14.4% -&gt; 87.2% (+72.8pp)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64008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DM skepticism prior overrides empirical directional claims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Model learned "everything depends on structural conditions"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Applies this heuristic where the correct answer is a definitive + or -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8862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Hedging artifact absent from training data, emerges from internalized framework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088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66060"/>
            <a:ext cx="10698480" cy="38862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If DM training produces detectable transfer, RLHF likely does too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698480" cy="388620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Intervention improves formal logic but impairs applied identification?</a:t>
            </a:r>
          </a:p>
          <a:p>
            <a:pPr>
              <a:spcAft>
                <a:spcPts val="200"/>
              </a:spcAft>
              <a:defRPr sz="2200">
                <a:solidFill>
                  <a:srgbClr val="333333"/>
                </a:solidFill>
              </a:defRPr>
              <a:buChar char="•"/>
            </a:pPr>
            <a:r>
              <a:t>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177289"/>
          </a:xfrm>
          <a:prstGeom prst="rect">
            <a:avLst/>
          </a:prstGeom>
          <a:noFill/>
        </p:spPr>
        <p:txBody>
          <a:bodyPr wrap="square" lIns="320040" tIns="18288">
            <a:spAutoFit/>
          </a:bodyPr>
          <a:lstStyle/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Fine-tuned Qwen3.5-9B on 1,460 DM-aligned Q&amp;A pairs via QLoRA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General capability preserved: MMLU -0.8pp, HumanEval unchanged at 70.7%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Formal causal reasoning improved dramatically: Corr2Cause +38.3pp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Applied causal reasoning regressed: EconCausal -12.4pp to -13.5pp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Regression from single emergent artifact: positive-to-mixed hedging bias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Hedging absent from training data -- a transferred epistemic prior</a:t>
            </a:r>
          </a:p>
          <a:p>
            <a:pPr>
              <a:spcAft>
                <a:spcPts val="200"/>
              </a:spcAft>
              <a:defRPr sz="2600">
                <a:solidFill>
                  <a:srgbClr val="333333"/>
                </a:solidFill>
              </a:defRPr>
              <a:buChar char="•"/>
            </a:pPr>
            <a:r>
              <a:t>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